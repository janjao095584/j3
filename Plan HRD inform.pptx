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en-US" altLang="ja-JP" smtClean="0"/>
              <a:t>Click to edit Master title style</a:t>
            </a:r>
            <a:endParaRPr kumimoji="1" lang="ja-JP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en-US" altLang="ja-JP" smtClean="0"/>
              <a:t>Click to edit Master subtitle style</a:t>
            </a:r>
            <a:endParaRPr kumimoji="1" lang="ja-JP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C1B9E-B863-421F-A547-A3F2E9770D99}" type="datetimeFigureOut">
              <a:rPr kumimoji="1" lang="ja-JP" altLang="en-US" smtClean="0"/>
              <a:t>2023/10/12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C88D0-C9AE-46B6-94C5-1F2D5CDCB0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29301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smtClean="0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en-US" altLang="ja-JP" smtClean="0"/>
              <a:t>Edit Master text styles</a:t>
            </a:r>
          </a:p>
          <a:p>
            <a:pPr lvl="1"/>
            <a:r>
              <a:rPr kumimoji="1" lang="en-US" altLang="ja-JP" smtClean="0"/>
              <a:t>Second level</a:t>
            </a:r>
          </a:p>
          <a:p>
            <a:pPr lvl="2"/>
            <a:r>
              <a:rPr kumimoji="1" lang="en-US" altLang="ja-JP" smtClean="0"/>
              <a:t>Third level</a:t>
            </a:r>
          </a:p>
          <a:p>
            <a:pPr lvl="3"/>
            <a:r>
              <a:rPr kumimoji="1" lang="en-US" altLang="ja-JP" smtClean="0"/>
              <a:t>Fourth level</a:t>
            </a:r>
          </a:p>
          <a:p>
            <a:pPr lvl="4"/>
            <a:r>
              <a:rPr kumimoji="1" lang="en-US" altLang="ja-JP" smtClean="0"/>
              <a:t>Fifth level</a:t>
            </a:r>
            <a:endParaRPr kumimoji="1" lang="ja-JP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C1B9E-B863-421F-A547-A3F2E9770D99}" type="datetimeFigureOut">
              <a:rPr kumimoji="1" lang="ja-JP" altLang="en-US" smtClean="0"/>
              <a:t>2023/10/12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C88D0-C9AE-46B6-94C5-1F2D5CDCB0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1818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en-US" altLang="ja-JP" smtClean="0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en-US" altLang="ja-JP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C1B9E-B863-421F-A547-A3F2E9770D99}" type="datetimeFigureOut">
              <a:rPr kumimoji="1" lang="ja-JP" altLang="en-US" smtClean="0"/>
              <a:t>2023/10/12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C88D0-C9AE-46B6-94C5-1F2D5CDCB0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84463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smtClean="0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ja-JP" smtClean="0"/>
              <a:t>Edit Master text styles</a:t>
            </a:r>
          </a:p>
          <a:p>
            <a:pPr lvl="1"/>
            <a:r>
              <a:rPr kumimoji="1" lang="en-US" altLang="ja-JP" smtClean="0"/>
              <a:t>Second level</a:t>
            </a:r>
          </a:p>
          <a:p>
            <a:pPr lvl="2"/>
            <a:r>
              <a:rPr kumimoji="1" lang="en-US" altLang="ja-JP" smtClean="0"/>
              <a:t>Third level</a:t>
            </a:r>
          </a:p>
          <a:p>
            <a:pPr lvl="3"/>
            <a:r>
              <a:rPr kumimoji="1" lang="en-US" altLang="ja-JP" smtClean="0"/>
              <a:t>Fourth level</a:t>
            </a:r>
          </a:p>
          <a:p>
            <a:pPr lvl="4"/>
            <a:r>
              <a:rPr kumimoji="1" lang="en-US" altLang="ja-JP" smtClean="0"/>
              <a:t>Fifth level</a:t>
            </a:r>
            <a:endParaRPr kumimoji="1" lang="ja-JP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ja-JP" smtClean="0"/>
              <a:t>Edit Master text styles</a:t>
            </a:r>
          </a:p>
          <a:p>
            <a:pPr lvl="1"/>
            <a:r>
              <a:rPr kumimoji="1" lang="en-US" altLang="ja-JP" smtClean="0"/>
              <a:t>Second level</a:t>
            </a:r>
          </a:p>
          <a:p>
            <a:pPr lvl="2"/>
            <a:r>
              <a:rPr kumimoji="1" lang="en-US" altLang="ja-JP" smtClean="0"/>
              <a:t>Third level</a:t>
            </a:r>
          </a:p>
          <a:p>
            <a:pPr lvl="3"/>
            <a:r>
              <a:rPr kumimoji="1" lang="en-US" altLang="ja-JP" smtClean="0"/>
              <a:t>Fourth level</a:t>
            </a:r>
          </a:p>
          <a:p>
            <a:pPr lvl="4"/>
            <a:r>
              <a:rPr kumimoji="1" lang="en-US" altLang="ja-JP" smtClean="0"/>
              <a:t>Fifth level</a:t>
            </a:r>
            <a:endParaRPr kumimoji="1" lang="ja-JP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C1B9E-B863-421F-A547-A3F2E9770D99}" type="datetimeFigureOut">
              <a:rPr kumimoji="1" lang="ja-JP" altLang="en-US" smtClean="0"/>
              <a:t>2023/10/12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C88D0-C9AE-46B6-94C5-1F2D5CDCB0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6161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en-US" altLang="ja-JP" smtClean="0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en-US" altLang="ja-JP" smtClean="0"/>
              <a:t>Edit Master text styles</a:t>
            </a:r>
          </a:p>
          <a:p>
            <a:pPr lvl="1"/>
            <a:r>
              <a:rPr kumimoji="1" lang="en-US" altLang="ja-JP" smtClean="0"/>
              <a:t>Second level</a:t>
            </a:r>
          </a:p>
          <a:p>
            <a:pPr lvl="2"/>
            <a:r>
              <a:rPr kumimoji="1" lang="en-US" altLang="ja-JP" smtClean="0"/>
              <a:t>Third level</a:t>
            </a:r>
          </a:p>
          <a:p>
            <a:pPr lvl="3"/>
            <a:r>
              <a:rPr kumimoji="1" lang="en-US" altLang="ja-JP" smtClean="0"/>
              <a:t>Fourth level</a:t>
            </a:r>
          </a:p>
          <a:p>
            <a:pPr lvl="4"/>
            <a:r>
              <a:rPr kumimoji="1" lang="en-US" altLang="ja-JP" smtClean="0"/>
              <a:t>Fifth level</a:t>
            </a:r>
            <a:endParaRPr kumimoji="1" lang="ja-JP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en-US" altLang="ja-JP" smtClean="0"/>
              <a:t>Edit Master text styles</a:t>
            </a:r>
          </a:p>
          <a:p>
            <a:pPr lvl="1"/>
            <a:r>
              <a:rPr kumimoji="1" lang="en-US" altLang="ja-JP" smtClean="0"/>
              <a:t>Second level</a:t>
            </a:r>
          </a:p>
          <a:p>
            <a:pPr lvl="2"/>
            <a:r>
              <a:rPr kumimoji="1" lang="en-US" altLang="ja-JP" smtClean="0"/>
              <a:t>Third level</a:t>
            </a:r>
          </a:p>
          <a:p>
            <a:pPr lvl="3"/>
            <a:r>
              <a:rPr kumimoji="1" lang="en-US" altLang="ja-JP" smtClean="0"/>
              <a:t>Fourth level</a:t>
            </a:r>
          </a:p>
          <a:p>
            <a:pPr lvl="4"/>
            <a:r>
              <a:rPr kumimoji="1" lang="en-US" altLang="ja-JP" smtClean="0"/>
              <a:t>Fifth level</a:t>
            </a:r>
            <a:endParaRPr kumimoji="1" lang="ja-JP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C1B9E-B863-421F-A547-A3F2E9770D99}" type="datetimeFigureOut">
              <a:rPr kumimoji="1" lang="ja-JP" altLang="en-US" smtClean="0"/>
              <a:t>2023/10/12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C88D0-C9AE-46B6-94C5-1F2D5CDCB0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580333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smtClean="0"/>
              <a:t>Click to edit Master title style</a:t>
            </a:r>
            <a:endParaRPr kumimoji="1" lang="ja-JP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C1B9E-B863-421F-A547-A3F2E9770D99}" type="datetimeFigureOut">
              <a:rPr kumimoji="1" lang="ja-JP" altLang="en-US" smtClean="0"/>
              <a:t>2023/10/12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C88D0-C9AE-46B6-94C5-1F2D5CDCB0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351619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C1B9E-B863-421F-A547-A3F2E9770D99}" type="datetimeFigureOut">
              <a:rPr kumimoji="1" lang="ja-JP" altLang="en-US" smtClean="0"/>
              <a:t>2023/10/12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C88D0-C9AE-46B6-94C5-1F2D5CDCB0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29563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ja-JP" smtClean="0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en-US" altLang="ja-JP" smtClean="0"/>
              <a:t>Edit Master text styles</a:t>
            </a:r>
          </a:p>
          <a:p>
            <a:pPr lvl="1"/>
            <a:r>
              <a:rPr kumimoji="1" lang="en-US" altLang="ja-JP" smtClean="0"/>
              <a:t>Second level</a:t>
            </a:r>
          </a:p>
          <a:p>
            <a:pPr lvl="2"/>
            <a:r>
              <a:rPr kumimoji="1" lang="en-US" altLang="ja-JP" smtClean="0"/>
              <a:t>Third level</a:t>
            </a:r>
          </a:p>
          <a:p>
            <a:pPr lvl="3"/>
            <a:r>
              <a:rPr kumimoji="1" lang="en-US" altLang="ja-JP" smtClean="0"/>
              <a:t>Fourth level</a:t>
            </a:r>
          </a:p>
          <a:p>
            <a:pPr lvl="4"/>
            <a:r>
              <a:rPr kumimoji="1" lang="en-US" altLang="ja-JP" smtClean="0"/>
              <a:t>Fifth level</a:t>
            </a:r>
            <a:endParaRPr kumimoji="1" lang="ja-JP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ja-JP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C1B9E-B863-421F-A547-A3F2E9770D99}" type="datetimeFigureOut">
              <a:rPr kumimoji="1" lang="ja-JP" altLang="en-US" smtClean="0"/>
              <a:t>2023/10/12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C88D0-C9AE-46B6-94C5-1F2D5CDCB0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98073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ja-JP" smtClean="0"/>
              <a:t>Click to edit Master title style</a:t>
            </a:r>
            <a:endParaRPr kumimoji="1" lang="ja-JP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ja-JP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C1B9E-B863-421F-A547-A3F2E9770D99}" type="datetimeFigureOut">
              <a:rPr kumimoji="1" lang="ja-JP" altLang="en-US" smtClean="0"/>
              <a:t>2023/10/12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C88D0-C9AE-46B6-94C5-1F2D5CDCB0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94316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smtClean="0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en-US" altLang="ja-JP" smtClean="0"/>
              <a:t>Edit Master text styles</a:t>
            </a:r>
          </a:p>
          <a:p>
            <a:pPr lvl="1"/>
            <a:r>
              <a:rPr kumimoji="1" lang="en-US" altLang="ja-JP" smtClean="0"/>
              <a:t>Second level</a:t>
            </a:r>
          </a:p>
          <a:p>
            <a:pPr lvl="2"/>
            <a:r>
              <a:rPr kumimoji="1" lang="en-US" altLang="ja-JP" smtClean="0"/>
              <a:t>Third level</a:t>
            </a:r>
          </a:p>
          <a:p>
            <a:pPr lvl="3"/>
            <a:r>
              <a:rPr kumimoji="1" lang="en-US" altLang="ja-JP" smtClean="0"/>
              <a:t>Fourth level</a:t>
            </a:r>
          </a:p>
          <a:p>
            <a:pPr lvl="4"/>
            <a:r>
              <a:rPr kumimoji="1" lang="en-US" altLang="ja-JP" smtClean="0"/>
              <a:t>Fifth level</a:t>
            </a:r>
            <a:endParaRPr kumimoji="1" lang="ja-JP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C1B9E-B863-421F-A547-A3F2E9770D99}" type="datetimeFigureOut">
              <a:rPr kumimoji="1" lang="ja-JP" altLang="en-US" smtClean="0"/>
              <a:t>2023/10/12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C88D0-C9AE-46B6-94C5-1F2D5CDCB0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61018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en-US" altLang="ja-JP" smtClean="0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en-US" altLang="ja-JP" smtClean="0"/>
              <a:t>Edit Master text styles</a:t>
            </a:r>
          </a:p>
          <a:p>
            <a:pPr lvl="1"/>
            <a:r>
              <a:rPr kumimoji="1" lang="en-US" altLang="ja-JP" smtClean="0"/>
              <a:t>Second level</a:t>
            </a:r>
          </a:p>
          <a:p>
            <a:pPr lvl="2"/>
            <a:r>
              <a:rPr kumimoji="1" lang="en-US" altLang="ja-JP" smtClean="0"/>
              <a:t>Third level</a:t>
            </a:r>
          </a:p>
          <a:p>
            <a:pPr lvl="3"/>
            <a:r>
              <a:rPr kumimoji="1" lang="en-US" altLang="ja-JP" smtClean="0"/>
              <a:t>Fourth level</a:t>
            </a:r>
          </a:p>
          <a:p>
            <a:pPr lvl="4"/>
            <a:r>
              <a:rPr kumimoji="1" lang="en-US" altLang="ja-JP" smtClean="0"/>
              <a:t>Fifth level</a:t>
            </a:r>
            <a:endParaRPr kumimoji="1" lang="ja-JP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C1B9E-B863-421F-A547-A3F2E9770D99}" type="datetimeFigureOut">
              <a:rPr kumimoji="1" lang="ja-JP" altLang="en-US" smtClean="0"/>
              <a:t>2023/10/12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C88D0-C9AE-46B6-94C5-1F2D5CDCB0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288366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ja-JP" smtClean="0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ja-JP" smtClean="0"/>
              <a:t>Edit Master text styles</a:t>
            </a:r>
          </a:p>
          <a:p>
            <a:pPr lvl="1"/>
            <a:r>
              <a:rPr kumimoji="1" lang="en-US" altLang="ja-JP" smtClean="0"/>
              <a:t>Second level</a:t>
            </a:r>
          </a:p>
          <a:p>
            <a:pPr lvl="2"/>
            <a:r>
              <a:rPr kumimoji="1" lang="en-US" altLang="ja-JP" smtClean="0"/>
              <a:t>Third level</a:t>
            </a:r>
          </a:p>
          <a:p>
            <a:pPr lvl="3"/>
            <a:r>
              <a:rPr kumimoji="1" lang="en-US" altLang="ja-JP" smtClean="0"/>
              <a:t>Fourth level</a:t>
            </a:r>
          </a:p>
          <a:p>
            <a:pPr lvl="4"/>
            <a:r>
              <a:rPr kumimoji="1" lang="en-US" altLang="ja-JP" smtClean="0"/>
              <a:t>Fifth level</a:t>
            </a:r>
            <a:endParaRPr kumimoji="1" lang="ja-JP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BC1B9E-B863-421F-A547-A3F2E9770D99}" type="datetimeFigureOut">
              <a:rPr kumimoji="1" lang="ja-JP" altLang="en-US" smtClean="0"/>
              <a:t>2023/10/12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3C88D0-C9AE-46B6-94C5-1F2D5CDCB0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5928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218" y="286116"/>
            <a:ext cx="8575301" cy="6264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4917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MR.ANUCHA PREECHA</dc:creator>
  <cp:lastModifiedBy>MR.ANUCHA PREECHA</cp:lastModifiedBy>
  <cp:revision>1</cp:revision>
  <dcterms:created xsi:type="dcterms:W3CDTF">2023-10-12T03:50:00Z</dcterms:created>
  <dcterms:modified xsi:type="dcterms:W3CDTF">2023-10-12T03:50:10Z</dcterms:modified>
</cp:coreProperties>
</file>