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6521-C94D-4D13-A79C-B4F34935BE70}" type="datetimeFigureOut">
              <a:rPr lang="en-US" smtClean="0"/>
              <a:t>8/26/2023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59F64-8A59-48EF-AB6F-AC36F5681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047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6521-C94D-4D13-A79C-B4F34935BE70}" type="datetimeFigureOut">
              <a:rPr lang="en-US" smtClean="0"/>
              <a:t>8/26/2023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59F64-8A59-48EF-AB6F-AC36F5681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888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6521-C94D-4D13-A79C-B4F34935BE70}" type="datetimeFigureOut">
              <a:rPr lang="en-US" smtClean="0"/>
              <a:t>8/26/2023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59F64-8A59-48EF-AB6F-AC36F5681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031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6521-C94D-4D13-A79C-B4F34935BE70}" type="datetimeFigureOut">
              <a:rPr lang="en-US" smtClean="0"/>
              <a:t>8/26/2023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59F64-8A59-48EF-AB6F-AC36F5681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171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6521-C94D-4D13-A79C-B4F34935BE70}" type="datetimeFigureOut">
              <a:rPr lang="en-US" smtClean="0"/>
              <a:t>8/26/2023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59F64-8A59-48EF-AB6F-AC36F5681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117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6521-C94D-4D13-A79C-B4F34935BE70}" type="datetimeFigureOut">
              <a:rPr lang="en-US" smtClean="0"/>
              <a:t>8/26/2023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59F64-8A59-48EF-AB6F-AC36F5681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754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6521-C94D-4D13-A79C-B4F34935BE70}" type="datetimeFigureOut">
              <a:rPr lang="en-US" smtClean="0"/>
              <a:t>8/26/2023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59F64-8A59-48EF-AB6F-AC36F5681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869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6521-C94D-4D13-A79C-B4F34935BE70}" type="datetimeFigureOut">
              <a:rPr lang="en-US" smtClean="0"/>
              <a:t>8/26/2023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59F64-8A59-48EF-AB6F-AC36F5681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503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6521-C94D-4D13-A79C-B4F34935BE70}" type="datetimeFigureOut">
              <a:rPr lang="en-US" smtClean="0"/>
              <a:t>8/26/2023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59F64-8A59-48EF-AB6F-AC36F5681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525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6521-C94D-4D13-A79C-B4F34935BE70}" type="datetimeFigureOut">
              <a:rPr lang="en-US" smtClean="0"/>
              <a:t>8/26/2023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59F64-8A59-48EF-AB6F-AC36F5681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840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6521-C94D-4D13-A79C-B4F34935BE70}" type="datetimeFigureOut">
              <a:rPr lang="en-US" smtClean="0"/>
              <a:t>8/26/2023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59F64-8A59-48EF-AB6F-AC36F5681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5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DD6521-C94D-4D13-A79C-B4F34935BE70}" type="datetimeFigureOut">
              <a:rPr lang="en-US" smtClean="0"/>
              <a:t>8/26/2023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E59F64-8A59-48EF-AB6F-AC36F5681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581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30564"/>
          <a:stretch/>
        </p:blipFill>
        <p:spPr>
          <a:xfrm>
            <a:off x="666614" y="515576"/>
            <a:ext cx="7211506" cy="47095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66614" y="1724297"/>
            <a:ext cx="1697763" cy="2220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r="37907"/>
          <a:stretch/>
        </p:blipFill>
        <p:spPr>
          <a:xfrm>
            <a:off x="4511856" y="1476103"/>
            <a:ext cx="6493947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32811" y="2037806"/>
            <a:ext cx="2299063" cy="3004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179692" y="1484701"/>
            <a:ext cx="2845907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th-TH" dirty="0" smtClean="0"/>
              <a:t>เกี่ยวกับการบริหาร</a:t>
            </a:r>
          </a:p>
          <a:p>
            <a:r>
              <a:rPr lang="th-TH" dirty="0" smtClean="0"/>
              <a:t>-มีการเปรียบเทียบ กฎหมาย </a:t>
            </a:r>
            <a:r>
              <a:rPr lang="en-US" dirty="0" smtClean="0"/>
              <a:t>VS </a:t>
            </a:r>
            <a:r>
              <a:rPr lang="th-TH" dirty="0" smtClean="0"/>
              <a:t>กฎบริษัท</a:t>
            </a:r>
          </a:p>
          <a:p>
            <a:r>
              <a:rPr lang="th-TH" dirty="0" smtClean="0"/>
              <a:t>-หลักการตัดสินใจ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532811" y="2338252"/>
            <a:ext cx="2299063" cy="2351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>
            <a:stCxn id="7" idx="3"/>
            <a:endCxn id="8" idx="1"/>
          </p:cNvCxnSpPr>
          <p:nvPr/>
        </p:nvCxnSpPr>
        <p:spPr>
          <a:xfrm flipV="1">
            <a:off x="6831874" y="1946366"/>
            <a:ext cx="347818" cy="2416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79692" y="2455818"/>
            <a:ext cx="925253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th-TH" dirty="0" smtClean="0"/>
              <a:t>เกี่ยวกับ </a:t>
            </a:r>
            <a:r>
              <a:rPr lang="en-US" dirty="0" smtClean="0"/>
              <a:t>J3</a:t>
            </a:r>
            <a:endParaRPr lang="th-TH" dirty="0" smtClean="0"/>
          </a:p>
        </p:txBody>
      </p:sp>
      <p:cxnSp>
        <p:nvCxnSpPr>
          <p:cNvPr id="14" name="Straight Arrow Connector 13"/>
          <p:cNvCxnSpPr>
            <a:stCxn id="9" idx="3"/>
            <a:endCxn id="13" idx="1"/>
          </p:cNvCxnSpPr>
          <p:nvPr/>
        </p:nvCxnSpPr>
        <p:spPr>
          <a:xfrm>
            <a:off x="6831874" y="2455818"/>
            <a:ext cx="347818" cy="1846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 flipV="1">
            <a:off x="7179692" y="1238596"/>
            <a:ext cx="2596075" cy="116943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883832" y="869264"/>
            <a:ext cx="1870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smtClean="0">
                <a:solidFill>
                  <a:srgbClr val="FF0000"/>
                </a:solidFill>
              </a:rPr>
              <a:t>Print already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883832" y="2501028"/>
            <a:ext cx="1870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smtClean="0">
                <a:solidFill>
                  <a:srgbClr val="FF0000"/>
                </a:solidFill>
              </a:rPr>
              <a:t>Print already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 flipV="1">
            <a:off x="7179692" y="2573384"/>
            <a:ext cx="2701983" cy="25176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3416531" y="4190981"/>
            <a:ext cx="2752973" cy="159586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177618" y="5786250"/>
            <a:ext cx="1870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smtClean="0">
                <a:solidFill>
                  <a:srgbClr val="FF0000"/>
                </a:solidFill>
              </a:rPr>
              <a:t>Print already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70649" y="4190981"/>
            <a:ext cx="30102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th-TH" altLang="ja-JP" sz="1400" dirty="0" smtClean="0">
                <a:solidFill>
                  <a:srgbClr val="7030A0"/>
                </a:solidFill>
              </a:rPr>
              <a:t>พนักงานที่ทดลองงาน </a:t>
            </a:r>
            <a:r>
              <a:rPr kumimoji="1" lang="en-US" altLang="ja-JP" sz="1400" dirty="0" smtClean="0">
                <a:solidFill>
                  <a:srgbClr val="7030A0"/>
                </a:solidFill>
              </a:rPr>
              <a:t>need to read ? </a:t>
            </a:r>
            <a:endParaRPr kumimoji="1" lang="ja-JP" altLang="en-US" sz="1400" dirty="0">
              <a:solidFill>
                <a:srgbClr val="7030A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77729" y="5554580"/>
            <a:ext cx="30102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>
                <a:solidFill>
                  <a:srgbClr val="7030A0"/>
                </a:solidFill>
              </a:rPr>
              <a:t>Format leave, need to read ? </a:t>
            </a:r>
            <a:endParaRPr kumimoji="1" lang="ja-JP" altLang="en-US" sz="1400" dirty="0">
              <a:solidFill>
                <a:srgbClr val="7030A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985333" y="5570909"/>
            <a:ext cx="30102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err="1" smtClean="0">
                <a:solidFill>
                  <a:srgbClr val="7030A0"/>
                </a:solidFill>
              </a:rPr>
              <a:t>Sarary,bonut</a:t>
            </a:r>
            <a:r>
              <a:rPr kumimoji="1" lang="en-US" altLang="ja-JP" sz="1400" dirty="0" smtClean="0">
                <a:solidFill>
                  <a:srgbClr val="7030A0"/>
                </a:solidFill>
              </a:rPr>
              <a:t> …. Control by HRM</a:t>
            </a:r>
          </a:p>
          <a:p>
            <a:r>
              <a:rPr kumimoji="1" lang="en-US" altLang="ja-JP" sz="1400" dirty="0" smtClean="0">
                <a:solidFill>
                  <a:srgbClr val="7030A0"/>
                </a:solidFill>
              </a:rPr>
              <a:t>Need to read ?</a:t>
            </a:r>
            <a:endParaRPr kumimoji="1" lang="ja-JP" altLang="en-US" sz="1400" dirty="0">
              <a:solidFill>
                <a:srgbClr val="7030A0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696691" y="3323399"/>
            <a:ext cx="2945627" cy="8675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1798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46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Cordia New</vt:lpstr>
      <vt:lpstr>游ゴシック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MR.APICHAI RUKSAWONG</dc:creator>
  <cp:lastModifiedBy>MR.ANUCHA PREECHA</cp:lastModifiedBy>
  <cp:revision>7</cp:revision>
  <dcterms:created xsi:type="dcterms:W3CDTF">2021-09-29T09:53:05Z</dcterms:created>
  <dcterms:modified xsi:type="dcterms:W3CDTF">2023-08-26T01:48:08Z</dcterms:modified>
</cp:coreProperties>
</file>